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4514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xerocode.spac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npmjs.com/package/xerocode-agent" TargetMode="External"/><Relationship Id="rId4" Type="http://schemas.openxmlformats.org/officeDocument/2006/relationships/hyperlink" Target="https://github.com/SYL4R2k27/xerocode-ai-office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xerocode.spac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npmjs.com/package/xerocode-agent" TargetMode="External"/><Relationship Id="rId4" Type="http://schemas.openxmlformats.org/officeDocument/2006/relationships/hyperlink" Target="https://github.com/SYL4R2k27/xerocode-ai-offi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B5CF6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XeroCode</a:t>
            </a:r>
            <a:endParaRPr lang="en-US" sz="54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Office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18288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ИИ вместо одного чат-бота.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Подключи свои ключи — плати только провайдерам.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xerocode.space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4389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Март 2026 | Владимир Тирских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5448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Замкнутые экосистемы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провайдер требует свой интерфейс, свою подписку, свой формат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55448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подписок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834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Программисты, копирайтеры, аналитики платят за ChatGPT, Claude, Gemini одновременно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7680960" cy="1005840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5448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командной работы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023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пишет код, но не рисует. Claude анализирует, но не исполняет. Нет инструмента, объединяющего их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Решение: XeroCode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Платформа-оркестратор. Ставишь цель — AI-команда решает.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🔑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Свои API-ключи. Мы не перепродаём доступ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64592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64592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920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Mixed-Model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2926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+ GPT + Gemini в одном потоке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4592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64592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920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⚔️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92040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соревнуются и улучшают ответы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64592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1645920"/>
            <a:ext cx="19659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920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040880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панелей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2926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Код, Дизайн, Ресёрч, Текст, Данные, Менеджмент, Обучение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Продукт в цифрах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1463040"/>
          </a:xfrm>
          <a:prstGeom prst="roundRect">
            <a:avLst>
              <a:gd name="adj" fmla="val 9375"/>
            </a:avLst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 кода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1965960" cy="1463040"/>
          </a:xfrm>
          <a:prstGeom prst="roundRect">
            <a:avLst>
              <a:gd name="adj" fmla="val 9375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2801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6040" y="2011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моделей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1965960" cy="1463040"/>
          </a:xfrm>
          <a:prstGeom prst="roundRect">
            <a:avLst>
              <a:gd name="adj" fmla="val 9375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801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провайдеров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1188720"/>
            <a:ext cx="1965960" cy="1463040"/>
          </a:xfrm>
          <a:prstGeom prst="roundRect">
            <a:avLst>
              <a:gd name="adj" fmla="val 9375"/>
            </a:avLst>
          </a:prstGeom>
          <a:solidFill>
            <a:srgbClr val="FEF3C7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2801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3600" b="1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До </a:t>
            </a:r>
            <a:r>
              <a:rPr lang="en-US" sz="3600" b="1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03720" y="2011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 •  React 19  •  TypeScript  •  Vite 6  •  Tailwind  •  Electron  •  WebSocket  •  SQLAlchemy  •  10 AI-адаптеров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xerocode.space</a:t>
            </a: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200" u="sng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r>
              <a:rPr lang="en-US" sz="1200" u="sng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npm: xerocode-agent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Конкуренты и наши отличия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785373"/>
              </p:ext>
            </p:extLst>
          </p:nvPr>
        </p:nvGraphicFramePr>
        <p:xfrm>
          <a:off x="731520" y="1097280"/>
          <a:ext cx="7680960" cy="1483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Конкурент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Слабость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5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WebUI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мульти-агентов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LobeHub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Пивотят</a:t>
                      </a:r>
                      <a:r>
                        <a:rPr lang="ru-RU" sz="13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/Идут к этой модели</a:t>
                      </a:r>
                      <a:r>
                        <a:rPr lang="en-US" sz="13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(угроза!)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CrewAI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BYOK, фреймворк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Squad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Только Copilot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ключевых отличия XeroCode:</a:t>
            </a:r>
            <a:endParaRPr lang="en-US" sz="1600" dirty="0"/>
          </a:p>
        </p:txBody>
      </p:sp>
      <p:sp>
        <p:nvSpPr>
          <p:cNvPr id="4" name="Text 3"/>
          <p:cNvSpPr/>
          <p:nvPr/>
        </p:nvSpPr>
        <p:spPr>
          <a:xfrm>
            <a:off x="731520" y="36118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BYOK + Мульти-агент — хабы дают BYOK без мульти-агентов; фреймворки наоборот. Мы — оба.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Mixed-model команды — Claude + GPT + Gemini в одном workflow.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Arena (Эволюция) — модели видят ответы друг друга и улучшают. Ни у кого нет.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Тарифы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011680" cy="5486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500₽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разово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агентов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задач/мес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Бесплатные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097280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1 990₽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/мес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743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агентов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задач/мес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Бесплатные 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9728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5 490₽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/мес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743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агентов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 задач/мес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Премиум модели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109728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09728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371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34 990₽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4944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/мес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2743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 агентов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 задач/мес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Премиум модели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Финансовая модель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12801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Месяц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Юзеров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Расходы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Прибыль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8B5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15 900₽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3 083₽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+12 817₽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109 500₽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22 233₽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+87 267₽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484 400₽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55 343₽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+429 057₽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968 800₽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0F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110 686₽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+858 114₽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292608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безубыточности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PRO юзера</a:t>
            </a:r>
            <a:endParaRPr lang="en-US" sz="2800" dirty="0"/>
          </a:p>
        </p:txBody>
      </p:sp>
      <p:sp>
        <p:nvSpPr>
          <p:cNvPr id="4" name="Text 5"/>
          <p:cNvSpPr/>
          <p:nvPr/>
        </p:nvSpPr>
        <p:spPr>
          <a:xfrm>
            <a:off x="914400" y="3840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 расходы: 3 083₽/мес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чек: ~2 500₽/мес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292608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Маржинальность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3429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100% | PRO: 100%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PRO+: 93% | ULTIMA: 91%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CORP: 81%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Инвестиционное предложение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25400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800 000₽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0" y="1143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25400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Окупаемость: 3-6 мес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API-ключи (6 мес, 100 юзеров)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2286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500 000₽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670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 мощнее (4CPU/8GB)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26700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60 000₽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0540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Маркетинг (Habr, TG, YouTube)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30540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100 000₽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4381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ЮKassa + 54-ФЗ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3438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30 000₽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8221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0" y="3822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110 000₽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инвестор: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продукт (34K LOC) • Маржа 81-100% • 2 юзера до безубыточности • Уникальные фичи без аналогов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на 3 месяца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123444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" y="1435608"/>
            <a:ext cx="54864" cy="5943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ЮKassa + оплата + OAuth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1115568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11155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платёж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1984248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941832" y="2185416"/>
            <a:ext cx="54864" cy="5943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1847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SMTP + каталог 430+ моделей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1865376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1865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в UI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2734056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941832" y="2935224"/>
            <a:ext cx="54864" cy="5943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25968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3-4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25968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(Дуэль + Эволюция + Турнир)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2615184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6151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баттлов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68680" y="3483864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941832" y="3685032"/>
            <a:ext cx="54864" cy="5943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1280160" y="33467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 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0" y="3346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Маркетплейс пулов + рейтинг + маркетинг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3364992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364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юзеров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8680" y="423367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1280160" y="40965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743200" y="4096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мониторинг + масштабирование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766560" y="411480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4114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юзеров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Спасибо!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 обсудить инвестиции и сотрудничество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7432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xerocode.space</a:t>
            </a:r>
            <a:endParaRPr lang="en-US" sz="1600" dirty="0"/>
          </a:p>
          <a:p>
            <a:pPr marL="0" indent="0">
              <a:buNone/>
            </a:pPr>
            <a:r>
              <a:rPr lang="en-US" sz="1400" u="sng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github.com/SYL4R2k27/xerocode-ai-office</a:t>
            </a:r>
            <a:endParaRPr lang="en-US" sz="1600" dirty="0"/>
          </a:p>
          <a:p>
            <a:pPr marL="0" indent="0">
              <a:buNone/>
            </a:pPr>
            <a:r>
              <a:rPr lang="en-US" sz="1400" u="sng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npm: xerocode-agent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Владимир Тирских | Март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596</Words>
  <Application>Microsoft Macintosh PowerPoint</Application>
  <PresentationFormat>Экран (16:9)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XeroCode AI Office — Pitch &amp; Business Plan</dc:title>
  <dc:subject>PptxGenJS Presentation</dc:subject>
  <dc:creator>Vladimir Tirskikh</dc:creator>
  <cp:lastModifiedBy>Vladimir Tirskikh </cp:lastModifiedBy>
  <cp:revision>2</cp:revision>
  <cp:lastPrinted>2026-03-30T11:02:54Z</cp:lastPrinted>
  <dcterms:created xsi:type="dcterms:W3CDTF">2026-03-30T10:48:24Z</dcterms:created>
  <dcterms:modified xsi:type="dcterms:W3CDTF">2026-03-30T11:02:59Z</dcterms:modified>
</cp:coreProperties>
</file>